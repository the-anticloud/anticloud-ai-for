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2026-10-02T09:29:01.050012Z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302b3b27a8a0c0bbd6778c517b2c09125abebe97b038573ac61e0e0afb15bf56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2026-10-02T09:29:01.050012Z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