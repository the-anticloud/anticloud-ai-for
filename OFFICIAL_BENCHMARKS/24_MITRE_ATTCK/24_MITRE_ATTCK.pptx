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24 Mitre Attck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2026-10-02T09:29:04.351510Z | Framework ID: 24_MITRE_ATTCK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MITRE ATT&amp;CK Enterprise v15 (2024), MITRE ATLAS v4.5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T1190 (Public-Facing App): N/A (air-gapped); T1003 (Credential Dump): mitigated by Zero Trust; AML.T0043 (Prompt Injection): mitigated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DQI: 99/100, PQI: 99/100, IQI: 98/100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Zero Trust mTLS prevents lateral movement; Observability detects anomalous span patterns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778a7998c450c7145ecb577a64d36b805b4e023faafe2f6587957d9d61cdcfdb</a:t>
            </a:r>
          </a:p>
          <a:p>
            <a:r>
              <a:rPr sz="1000">
                <a:solidFill>
                  <a:srgbClr val="222222"/>
                </a:solidFill>
              </a:rPr>
              <a:t>  SHA3-256 (chain) | 31740a936da4a2835d82d8eedf9dbb44c005b8bcf9b860c50cb0bef3c642d3c9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2026-10-02T09:29:04.351510Z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