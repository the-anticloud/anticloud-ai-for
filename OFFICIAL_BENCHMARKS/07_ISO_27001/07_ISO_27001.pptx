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07 Iso 27001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2026-10-02T09:29:01.183184Z | Framework ID: 07_ISO_27001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ISO/IEC 27001:2022, ISO/IEC 42001:2023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Annex A: A.5 (Policies), A.8 (Asset Mgmt), A.9 (Access Control), A.10 (Crypto), A.12 (Ops), A.14 (Dev)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 controls: CONFORMANT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+ scrypt (SovereignMemory) satisfies A.10.1; AIOSS chain satisfies A.12.4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89f0a7de245489546c633d9712fbd849db16a3e3b1e8bc774edd2784a9cdd525</a:t>
            </a:r>
          </a:p>
          <a:p>
            <a:r>
              <a:rPr sz="1000">
                <a:solidFill>
                  <a:srgbClr val="222222"/>
                </a:solidFill>
              </a:rPr>
              <a:t>  SHA3-256 (chain) | 0102f4d6b08b847eb7936766d5d5524424b69d18abbd3ac0c5a3ff209305bf5e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2026-10-02T09:29:01.183184Z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