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2026-10-02T09:29:04.747827Z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816936e51b885a2784d54753137a4138357262dcf9cd40e46df1bc4e962ef118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2026-10-02T09:29:04.747827Z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